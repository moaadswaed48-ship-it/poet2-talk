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Bed 7 — A question we face on every round, answered until now by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Weeks — The duration rule is mostly tradition; POET I already moved us from IV to 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Gate — Only clinically stable patients were randomized — six objective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Split — About five hundred stable patients; half stopped on the spot, half continued.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Calendar — Two weeks less antibiotic — about a third.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Days Free — More days alive and free of antibiotics.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Safety Line — Not less safe — noninferiority met (margin 7.5 points); intervals wide because events were few.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Echo — More relapses with tailored therapy — mostly mild, treated by restarting antibiotics.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Bug Matters — Enterococcus faecalis relapsed most — be careful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the Hood — The primary endpoint is partly built in; relapse was in the original primary composite. (my reading)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Cracks — Open-label, selected patients, expert centres, three bugs only, strict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 to Bed 7 — My reading: decide by response, with the endocarditis team, and follow closely in month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Call — Invite disagreement; let the seniors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Line — Treat the response, not the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Components — Backup slide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Stabilization criteria — Backup slide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Pathogen subgroups — Backup slide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Registry vs paper — Backup slide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ESC 2023 guideline — Backup slide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POET I — Backup slide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Eligibility — Backup slide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Funding and registration — Backup slide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